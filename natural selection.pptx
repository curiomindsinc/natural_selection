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3801F-FAD0-0A01-E941-70E5930AA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B6CF24-E758-02D4-BC63-B7DB3DF8D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43A38-CE70-E345-D8E7-95FAB0F26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1B1CD-1F14-456C-B977-D6FF6BE484E5}" type="datetimeFigureOut">
              <a:rPr lang="en-SG" smtClean="0"/>
              <a:t>22/6/2026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A99E1-6D89-6249-60CA-20C3831A1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F59BD-F87F-3F3E-24E9-52820F8F6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B9548-0B13-4FFB-A30A-049ADCE7CCD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31695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2E55A-925E-57C6-6137-DC78195A7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5652B-F88A-7C08-C626-B42032DBD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58205-4094-90B7-84F9-A42B7AE9F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1B1CD-1F14-456C-B977-D6FF6BE484E5}" type="datetimeFigureOut">
              <a:rPr lang="en-SG" smtClean="0"/>
              <a:t>22/6/2026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DE183-B416-82DA-75BE-0D5F69A43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3B83B-7FB4-DA2D-DD79-82D93842E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B9548-0B13-4FFB-A30A-049ADCE7CCD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78906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6D63E-08AD-C6E7-7A3A-ADC2AF2BA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E62EB-C445-4B9D-91CB-69E926FC1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C7541-EFE1-8890-C239-0C25B3949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1B1CD-1F14-456C-B977-D6FF6BE484E5}" type="datetimeFigureOut">
              <a:rPr lang="en-SG" smtClean="0"/>
              <a:t>22/6/2026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17BF9-1252-DA35-8820-77D500443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B01B2-4608-0E3C-A79E-725585070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B9548-0B13-4FFB-A30A-049ADCE7CCD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56965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9947-5180-7343-4E59-C9EEC50ED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6E146-2098-415B-9298-C47B5146A1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925758-BC6B-D1F8-F568-5BF9D9A0A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B2474-84F3-2D5C-B387-BE347D0DF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1B1CD-1F14-456C-B977-D6FF6BE484E5}" type="datetimeFigureOut">
              <a:rPr lang="en-SG" smtClean="0"/>
              <a:t>22/6/2026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1A8AA0-86E0-5E72-5987-53B741227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DA4940-A6AF-2CC7-A699-558693AB7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B9548-0B13-4FFB-A30A-049ADCE7CCD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5990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A0B62-30F1-D2D8-6179-616D16950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38C04-B31D-F996-65CA-3EC1466983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1A50D-DEBC-D54B-3507-A3ADBA397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6190E3-0258-8F19-21D1-2094E2A347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7A9592-7F11-36D3-15C1-864727EE78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958AF0-69DE-2B05-6057-DAD1DF5F1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1B1CD-1F14-456C-B977-D6FF6BE484E5}" type="datetimeFigureOut">
              <a:rPr lang="en-SG" smtClean="0"/>
              <a:t>22/6/2026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A5B5D2-93C9-D924-4CAA-8F834A156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7CE0CB-F999-4DC8-4A5B-0BC3C1EFF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B9548-0B13-4FFB-A30A-049ADCE7CCD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80907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AE68-C232-5230-2644-176950DD1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42420F-1657-0674-0ACF-B4DB3F2D1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1B1CD-1F14-456C-B977-D6FF6BE484E5}" type="datetimeFigureOut">
              <a:rPr lang="en-SG" smtClean="0"/>
              <a:t>22/6/2026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E03A3C-BC74-0B73-C309-35D6286BD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DD4058-4D33-F0F0-7003-E5282469B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B9548-0B13-4FFB-A30A-049ADCE7CCD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79169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8D6C44-FE6C-5907-EAED-E975FC158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1B1CD-1F14-456C-B977-D6FF6BE484E5}" type="datetimeFigureOut">
              <a:rPr lang="en-SG" smtClean="0"/>
              <a:t>22/6/2026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01619B-5D23-4B60-C10E-ACBB49365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D2D10-2146-077D-C7ED-85BE19525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B9548-0B13-4FFB-A30A-049ADCE7CCD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3486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9D9CA-ED87-E985-4AC0-B7435D47D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EF23E-858C-333D-38BC-884F49DAD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DA5A0-CC96-CCE0-C6FF-A2FB7D7B8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4F52F2-4151-E24C-B3BE-CE13841F8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1B1CD-1F14-456C-B977-D6FF6BE484E5}" type="datetimeFigureOut">
              <a:rPr lang="en-SG" smtClean="0"/>
              <a:t>22/6/2026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7DB5C-DAC9-4766-7D4F-63354F879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092CA-20BC-0B59-9726-8F6A7A8B4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B9548-0B13-4FFB-A30A-049ADCE7CCD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77079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CEA6E-3C7F-C291-E610-DAC28A775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91C6EC-565C-FC09-7D36-269154E190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ED0358-70EF-4ABE-FC62-D2BB68CAA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55C63-894E-E88F-E842-FF4096B76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1B1CD-1F14-456C-B977-D6FF6BE484E5}" type="datetimeFigureOut">
              <a:rPr lang="en-SG" smtClean="0"/>
              <a:t>22/6/2026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16C0-44AA-9FE9-4BA3-C846E104A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596A8-9EB5-8542-C87E-2CEA6FA7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B9548-0B13-4FFB-A30A-049ADCE7CCD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2723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9C41D-438F-BC55-3070-EF5EBB62F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3B4649-C975-6481-421F-B196D5C163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6D96F-3C62-6C78-5199-73FA0CB33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1B1CD-1F14-456C-B977-D6FF6BE484E5}" type="datetimeFigureOut">
              <a:rPr lang="en-SG" smtClean="0"/>
              <a:t>22/6/2026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D6D30-F07C-804D-AE99-A6A53CE9F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DDA8E-3AE4-3AA8-A351-8E8255750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B9548-0B13-4FFB-A30A-049ADCE7CCD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50860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DFF731-F22A-3ADE-4305-0B28980138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B1F2DA-3A89-712F-5CE5-BAE5EFFC59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45B8F-7FAE-D2AE-69E2-290F8103D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1B1CD-1F14-456C-B977-D6FF6BE484E5}" type="datetimeFigureOut">
              <a:rPr lang="en-SG" smtClean="0"/>
              <a:t>22/6/2026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1E184-328F-BDA2-9D72-619F2E335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1656F-A0AF-C78E-590A-1E6520D7D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B9548-0B13-4FFB-A30A-049ADCE7CCD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55528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A611AA-9365-E111-8109-738123841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40859-FFC7-B3B8-5F38-419E8BAC9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1D16A-D9C7-4E5A-C63B-EA9601FB92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21B1CD-1F14-456C-B977-D6FF6BE484E5}" type="datetimeFigureOut">
              <a:rPr lang="en-SG" smtClean="0"/>
              <a:t>22/6/2026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191DC-F36A-D5DF-ACE3-2E9BCE876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824D2-BBAB-892F-BA64-7A98CC9B2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CB9548-0B13-4FFB-A30A-049ADCE7CCD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20556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F6D98-9649-129F-890E-3ED72A938D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8153C-900F-1629-BC5C-01AA3B2094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05F70B-9C2F-C633-1F02-BCC65C11D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93" y="65680"/>
            <a:ext cx="12038507" cy="679232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499A221-0300-1BBE-29C9-133319D600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74700"/>
              </p:ext>
            </p:extLst>
          </p:nvPr>
        </p:nvGraphicFramePr>
        <p:xfrm>
          <a:off x="248920" y="5586984"/>
          <a:ext cx="2960624" cy="1124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0312">
                  <a:extLst>
                    <a:ext uri="{9D8B030D-6E8A-4147-A177-3AD203B41FA5}">
                      <a16:colId xmlns:a16="http://schemas.microsoft.com/office/drawing/2014/main" val="2952036383"/>
                    </a:ext>
                  </a:extLst>
                </a:gridCol>
                <a:gridCol w="1480312">
                  <a:extLst>
                    <a:ext uri="{9D8B030D-6E8A-4147-A177-3AD203B41FA5}">
                      <a16:colId xmlns:a16="http://schemas.microsoft.com/office/drawing/2014/main" val="707868245"/>
                    </a:ext>
                  </a:extLst>
                </a:gridCol>
              </a:tblGrid>
              <a:tr h="562356">
                <a:tc>
                  <a:txBody>
                    <a:bodyPr/>
                    <a:lstStyle/>
                    <a:p>
                      <a:r>
                        <a:rPr lang="en-SG" dirty="0"/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White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952997"/>
                  </a:ext>
                </a:extLst>
              </a:tr>
              <a:tr h="562356">
                <a:tc>
                  <a:txBody>
                    <a:bodyPr/>
                    <a:lstStyle/>
                    <a:p>
                      <a:r>
                        <a:rPr lang="en-SG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12119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836620E-FBED-FEB0-7EC4-EADA878E5E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684479"/>
              </p:ext>
            </p:extLst>
          </p:nvPr>
        </p:nvGraphicFramePr>
        <p:xfrm>
          <a:off x="248920" y="5165725"/>
          <a:ext cx="2960624" cy="36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0624">
                  <a:extLst>
                    <a:ext uri="{9D8B030D-6E8A-4147-A177-3AD203B41FA5}">
                      <a16:colId xmlns:a16="http://schemas.microsoft.com/office/drawing/2014/main" val="4009930828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r>
                        <a:rPr lang="en-SG" dirty="0"/>
                        <a:t>Open % graph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170259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2B7F1584-A35D-FEBD-763B-0A94591DE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165619"/>
            <a:ext cx="1842947" cy="9086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BF7961-E39A-9E8B-C96E-10855C7745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0" y="1174233"/>
            <a:ext cx="1837939" cy="10540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49B6672-6A40-701D-3EF1-54C193FABE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3217" y="6054379"/>
            <a:ext cx="3639058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594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 CHIN HANG (SCHOOLS)</dc:creator>
  <cp:lastModifiedBy>LAU CHIN HANG (SCHOOLS)</cp:lastModifiedBy>
  <cp:revision>2</cp:revision>
  <dcterms:created xsi:type="dcterms:W3CDTF">2026-06-22T08:33:29Z</dcterms:created>
  <dcterms:modified xsi:type="dcterms:W3CDTF">2026-06-22T08:40:24Z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fb06199-574a-4a73-a110-6e35d3b9f147_Enabled">
    <vt:lpwstr>true</vt:lpwstr>
  </property>
  <property fmtid="{D5CDD505-2E9C-101B-9397-08002B2CF9AE}" pid="3" name="MSIP_Label_5fb06199-574a-4a73-a110-6e35d3b9f147_SetDate">
    <vt:lpwstr>2026-06-22T08:38:37Z</vt:lpwstr>
  </property>
  <property fmtid="{D5CDD505-2E9C-101B-9397-08002B2CF9AE}" pid="4" name="MSIP_Label_5fb06199-574a-4a73-a110-6e35d3b9f147_Method">
    <vt:lpwstr>Privileged</vt:lpwstr>
  </property>
  <property fmtid="{D5CDD505-2E9C-101B-9397-08002B2CF9AE}" pid="5" name="MSIP_Label_5fb06199-574a-4a73-a110-6e35d3b9f147_Name">
    <vt:lpwstr>OFFICIAL (OPEN)</vt:lpwstr>
  </property>
  <property fmtid="{D5CDD505-2E9C-101B-9397-08002B2CF9AE}" pid="6" name="MSIP_Label_5fb06199-574a-4a73-a110-6e35d3b9f147_SiteId">
    <vt:lpwstr>6590cdd4-8337-4198-bacc-47645c4a4d4d</vt:lpwstr>
  </property>
  <property fmtid="{D5CDD505-2E9C-101B-9397-08002B2CF9AE}" pid="7" name="MSIP_Label_5fb06199-574a-4a73-a110-6e35d3b9f147_ActionId">
    <vt:lpwstr>67aeeb74-b7da-4c22-90f2-de5faaec5bbf</vt:lpwstr>
  </property>
  <property fmtid="{D5CDD505-2E9C-101B-9397-08002B2CF9AE}" pid="8" name="MSIP_Label_5fb06199-574a-4a73-a110-6e35d3b9f147_ContentBits">
    <vt:lpwstr>0</vt:lpwstr>
  </property>
  <property fmtid="{D5CDD505-2E9C-101B-9397-08002B2CF9AE}" pid="9" name="MSIP_Label_5fb06199-574a-4a73-a110-6e35d3b9f147_Tag">
    <vt:lpwstr>10, 0, 1, 1</vt:lpwstr>
  </property>
</Properties>
</file>